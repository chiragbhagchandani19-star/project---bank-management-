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70348"/>
          </a:xfrm>
          <a:prstGeom prst="rect">
            <a:avLst/>
          </a:prstGeom>
          <a:solidFill>
            <a:srgbClr val="0D1B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832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47472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Management System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47472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 Application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74720" y="2578608"/>
            <a:ext cx="530352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2697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• Efficient • Reliable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3246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Account creation &amp; management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PIN-based authentication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Deposit, withdrawal &amp; transfers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Persistent CSV storage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C  |  Data stored in CSV  |  Multi-module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972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(ANSI C)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low-level systems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10972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13898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File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10328" y="1901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Data.csv — flat-file database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10972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9900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Multi-Module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" y="3502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main.c, account.c, auth.c, transaction.c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06040"/>
            <a:ext cx="10972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29900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 UI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10328" y="3502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color-coded terminal interface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06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simulate a real-world banking system with secure login, account management, and financial transactions — all stored persistently using file I/O in C.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749040" y="1005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10332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flow control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5A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79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update CSV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26517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5A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679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26517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A3A6A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679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transaction.c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3017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Deposit/Withdraw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0" y="41148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5A3A00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41422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Bank.h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480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&amp; prototypes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50292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38383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5056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Data.csv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5394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 records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1783080"/>
            <a:ext cx="0" cy="8686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1783080"/>
            <a:ext cx="0" cy="8686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1783080"/>
            <a:ext cx="1417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1783080"/>
            <a:ext cx="0" cy="8686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429000"/>
            <a:ext cx="0" cy="6858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4892040"/>
            <a:ext cx="0" cy="16459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28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All modules include Bank.h and read/write Data.csv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&amp; Storage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384048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Struct  (Bank.h)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384048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accountNumber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554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71800" y="1554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unique 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4023360" cy="38404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933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name[50]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99339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993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holder 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4023360" cy="384048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323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24323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71800" y="24323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4023360" cy="38404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712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address[100]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287121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28712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address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4023360" cy="384048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10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type[20]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33101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71800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/ Current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4023360" cy="38404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3749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71800" y="3749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4023360" cy="384048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4187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71800" y="4187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security PIN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10058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Format (Data.csv)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accNo,name,age,address,type,balance,pin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123456,John,25,Mumbai,Savings,5000.00,1234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56032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560320"/>
            <a:ext cx="41148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generateAccountNumber()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3017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3319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createAccount()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3319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account.c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36210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searchAccount()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3621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3922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updateCSV()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0" y="39227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46320" y="42245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loginAccount()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46320" y="4526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showTransactionMenu()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0" y="4526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transaction.c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475488"/>
          </a:xfrm>
          <a:prstGeom prst="rect">
            <a:avLst/>
          </a:prstGeom>
          <a:solidFill>
            <a:srgbClr val="E8F8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078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Creation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unique 6-digit account number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age, address, type, balance, PIN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uniqueness via CSV lookup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new record to Data.csv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4206240" cy="475488"/>
          </a:xfrm>
          <a:prstGeom prst="rect">
            <a:avLst/>
          </a:prstGeom>
          <a:solidFill>
            <a:srgbClr val="FFF0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97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078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53619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account number + 4-digit PIN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CSV for matching record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verified against stored value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account number on success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017520"/>
            <a:ext cx="4206240" cy="475488"/>
          </a:xfrm>
          <a:prstGeom prst="rect">
            <a:avLst/>
          </a:prstGeom>
          <a:solidFill>
            <a:srgbClr val="EEF3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089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Module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1480" y="354787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Deposit: adds amount, updates CSV in-place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Withdraw: checks funds before deducting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Transfer: updates both sender &amp; receiver CSVs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persisted immediately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4206240" cy="475488"/>
          </a:xfrm>
          <a:prstGeom prst="rect">
            <a:avLst/>
          </a:prstGeom>
          <a:solidFill>
            <a:srgbClr val="FFF8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089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I/O System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54787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temp.csv → replace pattern for safe updates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with fscanf, writes with fprintf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file swap prevents data loss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with 7 fields per record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86200" y="9144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914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 / Login / Exit)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65A3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26974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5A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26974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5A6A9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6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Data.csv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3566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5A1616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44348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A3A6A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46304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240280"/>
            <a:ext cx="0" cy="4572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2514600"/>
            <a:ext cx="3200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514600"/>
            <a:ext cx="2651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2514600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514600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514600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324612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24612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11480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44348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 / Transfer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updateCSV() on each transaction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36576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Design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37360" y="1005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protects user data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1508760"/>
            <a:ext cx="9144000" cy="320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691640"/>
            <a:ext cx="9144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1728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PIN Authentication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984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is secured by a 4-digit PIN stored in the CSV. The system compares the entered PIN to the stored value before granting access.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350008"/>
            <a:ext cx="859536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" y="2350008"/>
            <a:ext cx="9144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" y="2386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Unique Account Numbers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" y="26426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 are randomly generated (6-digit) and checked against existing records to guarantee no duplicates are ever created.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008376"/>
            <a:ext cx="8595360" cy="594360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16" name="Shape 13"/>
          <p:cNvSpPr/>
          <p:nvPr/>
        </p:nvSpPr>
        <p:spPr>
          <a:xfrm>
            <a:off x="274320" y="3008376"/>
            <a:ext cx="9144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3044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Balance Validation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" y="3300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and transfers enforce a balance check before deducting funds. Negative balances are never allowed by the system.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666744"/>
            <a:ext cx="859536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" y="3666744"/>
            <a:ext cx="9144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Safe File Updates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updateCSV() function uses a temp file pattern — writes to temp.csv then atomically renames it — preventing data corruption during updates.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162450"/>
          </a:solidFill>
          <a:ln/>
        </p:spPr>
      </p:sp>
      <p:sp>
        <p:nvSpPr>
          <p:cNvPr id="24" name="Shape 21"/>
          <p:cNvSpPr/>
          <p:nvPr/>
        </p:nvSpPr>
        <p:spPr>
          <a:xfrm>
            <a:off x="274320" y="4325112"/>
            <a:ext cx="9144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" y="4361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Self-Transfer Prevention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 module explicitly checks that the sender and receiver account numbers differ before processing any money movement.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Highlights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Code 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split into 4 .c files and a shared header Bank.h. Each module has a single responsibility (account ops, auth, transactions).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 Color Terminal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ANSI escape codes (\033[...m) to render colored, formatted output — green for success, red for errors, cyan for the transaction panel.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fscanf-based CSV Parsing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format strings parse 7 fields per record with delimiters, supporting spaces in address fields using character class exclusion [^,].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Temp-File Swap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1463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updateCSV() reads the database into temp.csv, replaces the matching record, then uses remove() and rename() for atomic file replacement.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3172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Account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rand() % 900000 + 100000 to produce 6-digit numbers, with a do-while loop ensuring uniqueness by checking against existing records.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Struct-Based Data Modeling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struct encapsulates all 7 fields. Pointers to structs are passed between modules, enabling in-place modification without global state.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45720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Management System demonstrates how fundamental C programming concepts — structs, file I/O, modular design, and conditional logic — can be combined to build a practical, real-world application. It showcases persistent data management, secure authentication, and safe file-update patterns without any external libraries.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5720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C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45720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File I/O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5720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PIN System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  |  C Programming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subject>PptxGenJS Presentation</dc:subject>
  <dc:creator>PptxGenJS</dc:creator>
  <cp:lastModifiedBy>PptxGenJS</cp:lastModifiedBy>
  <cp:revision>1</cp:revision>
  <dcterms:created xsi:type="dcterms:W3CDTF">2026-04-23T19:46:02Z</dcterms:created>
  <dcterms:modified xsi:type="dcterms:W3CDTF">2026-04-23T19:46:02Z</dcterms:modified>
</cp:coreProperties>
</file>